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ton Italics" charset="1" panose="00000500000000000000"/>
      <p:regular r:id="rId16"/>
    </p:embeddedFont>
    <p:embeddedFont>
      <p:font typeface="Helios Italics" charset="1" panose="020B050302020209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870" y="5866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7"/>
                </a:lnTo>
                <a:lnTo>
                  <a:pt x="0" y="45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99691" y="2869575"/>
            <a:ext cx="5460585" cy="350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4"/>
              </a:lnSpc>
            </a:pPr>
            <a:r>
              <a:rPr lang="en-US" sz="20567" i="true">
                <a:solidFill>
                  <a:srgbClr val="FF3131"/>
                </a:solidFill>
                <a:latin typeface="Anton Italics"/>
                <a:ea typeface="Anton Italics"/>
                <a:cs typeface="Anton Italics"/>
                <a:sym typeface="Anton Italics"/>
              </a:rPr>
              <a:t>CAR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23534" y="2869575"/>
            <a:ext cx="7501198" cy="350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4"/>
              </a:lnSpc>
            </a:pPr>
            <a:r>
              <a:rPr lang="en-US" sz="20567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RENTAL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22195" y="8245413"/>
            <a:ext cx="9643610" cy="373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2180" i="true" spc="279">
                <a:solidFill>
                  <a:srgbClr val="FFFFFF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BEGUM SOZER-AMAR ADAM BENADJAOUD-GAEL FLOQUET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083821" y="220435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7"/>
                </a:lnTo>
                <a:lnTo>
                  <a:pt x="0" y="45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424041" y="5692753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7"/>
                </a:lnTo>
                <a:lnTo>
                  <a:pt x="0" y="45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5024732" y="5478184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7"/>
                </a:lnTo>
                <a:lnTo>
                  <a:pt x="0" y="45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34855" y="6312114"/>
            <a:ext cx="11689877" cy="103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2"/>
              </a:lnSpc>
            </a:pPr>
            <a:r>
              <a:rPr lang="en-US" sz="2980" i="true" spc="381">
                <a:solidFill>
                  <a:srgbClr val="FFFFFF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OBJECT ORIENTED ANALYSIS &amp; DESIGN WITH UML GROUP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28813" y="-2374314"/>
            <a:ext cx="18697898" cy="15701189"/>
            <a:chOff x="0" y="0"/>
            <a:chExt cx="1076584" cy="904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584" cy="904040"/>
            </a:xfrm>
            <a:custGeom>
              <a:avLst/>
              <a:gdLst/>
              <a:ahLst/>
              <a:cxnLst/>
              <a:rect r="r" b="b" t="t" l="l"/>
              <a:pathLst>
                <a:path h="904040" w="1076584">
                  <a:moveTo>
                    <a:pt x="203200" y="0"/>
                  </a:moveTo>
                  <a:lnTo>
                    <a:pt x="1076584" y="0"/>
                  </a:lnTo>
                  <a:lnTo>
                    <a:pt x="873384" y="904040"/>
                  </a:lnTo>
                  <a:lnTo>
                    <a:pt x="0" y="904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9525"/>
              <a:ext cx="873384" cy="913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578575">
            <a:off x="2586133" y="6958639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0" y="0"/>
                </a:moveTo>
                <a:lnTo>
                  <a:pt x="5892065" y="0"/>
                </a:lnTo>
                <a:lnTo>
                  <a:pt x="5892065" y="1992589"/>
                </a:lnTo>
                <a:lnTo>
                  <a:pt x="0" y="1992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4578575">
            <a:off x="14313268" y="1687272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4" y="1992589"/>
                </a:lnTo>
                <a:lnTo>
                  <a:pt x="58920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32166" y="3258408"/>
            <a:ext cx="12139489" cy="4435744"/>
          </a:xfrm>
          <a:custGeom>
            <a:avLst/>
            <a:gdLst/>
            <a:ahLst/>
            <a:cxnLst/>
            <a:rect r="r" b="b" t="t" l="l"/>
            <a:pathLst>
              <a:path h="4435744" w="12139489">
                <a:moveTo>
                  <a:pt x="0" y="0"/>
                </a:moveTo>
                <a:lnTo>
                  <a:pt x="12139488" y="0"/>
                </a:lnTo>
                <a:lnTo>
                  <a:pt x="12139488" y="4435745"/>
                </a:lnTo>
                <a:lnTo>
                  <a:pt x="0" y="4435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708" r="0" b="-370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57250"/>
            <a:ext cx="7704435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USE CASE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055258"/>
            <a:ext cx="641288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i="true">
                <a:solidFill>
                  <a:srgbClr val="FF3131"/>
                </a:solidFill>
                <a:latin typeface="Anton Italics"/>
                <a:ea typeface="Anton Italics"/>
                <a:cs typeface="Anton Italics"/>
                <a:sym typeface="Anton Italics"/>
              </a:rPr>
              <a:t>DIAGRAM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68156" y="-2300353"/>
            <a:ext cx="16528361" cy="15701189"/>
            <a:chOff x="0" y="0"/>
            <a:chExt cx="951667" cy="904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1667" cy="904040"/>
            </a:xfrm>
            <a:custGeom>
              <a:avLst/>
              <a:gdLst/>
              <a:ahLst/>
              <a:cxnLst/>
              <a:rect r="r" b="b" t="t" l="l"/>
              <a:pathLst>
                <a:path h="904040" w="951667">
                  <a:moveTo>
                    <a:pt x="203200" y="0"/>
                  </a:moveTo>
                  <a:lnTo>
                    <a:pt x="951667" y="0"/>
                  </a:lnTo>
                  <a:lnTo>
                    <a:pt x="748467" y="904040"/>
                  </a:lnTo>
                  <a:lnTo>
                    <a:pt x="0" y="904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9525"/>
              <a:ext cx="748467" cy="913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578575">
            <a:off x="4866661" y="7417482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0" y="0"/>
                </a:moveTo>
                <a:lnTo>
                  <a:pt x="5892065" y="0"/>
                </a:lnTo>
                <a:lnTo>
                  <a:pt x="5892065" y="1992589"/>
                </a:lnTo>
                <a:lnTo>
                  <a:pt x="0" y="1992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4578575">
            <a:off x="14313268" y="1628619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4" y="1992589"/>
                </a:lnTo>
                <a:lnTo>
                  <a:pt x="58920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33509" y="0"/>
            <a:ext cx="5573995" cy="10287000"/>
          </a:xfrm>
          <a:custGeom>
            <a:avLst/>
            <a:gdLst/>
            <a:ahLst/>
            <a:cxnLst/>
            <a:rect r="r" b="b" t="t" l="l"/>
            <a:pathLst>
              <a:path h="10287000" w="5573995">
                <a:moveTo>
                  <a:pt x="0" y="0"/>
                </a:moveTo>
                <a:lnTo>
                  <a:pt x="5573995" y="0"/>
                </a:lnTo>
                <a:lnTo>
                  <a:pt x="557399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3" t="0" r="-913" b="-147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57250"/>
            <a:ext cx="7704435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CLASS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055258"/>
            <a:ext cx="641288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i="true">
                <a:solidFill>
                  <a:srgbClr val="FF3131"/>
                </a:solidFill>
                <a:latin typeface="Anton Italics"/>
                <a:ea typeface="Anton Italics"/>
                <a:cs typeface="Anton Italics"/>
                <a:sym typeface="Anton Italics"/>
              </a:rPr>
              <a:t>DIAGRAM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28813" y="-2374314"/>
            <a:ext cx="18697898" cy="15701189"/>
            <a:chOff x="0" y="0"/>
            <a:chExt cx="1076584" cy="904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584" cy="904040"/>
            </a:xfrm>
            <a:custGeom>
              <a:avLst/>
              <a:gdLst/>
              <a:ahLst/>
              <a:cxnLst/>
              <a:rect r="r" b="b" t="t" l="l"/>
              <a:pathLst>
                <a:path h="904040" w="1076584">
                  <a:moveTo>
                    <a:pt x="203200" y="0"/>
                  </a:moveTo>
                  <a:lnTo>
                    <a:pt x="1076584" y="0"/>
                  </a:lnTo>
                  <a:lnTo>
                    <a:pt x="873384" y="904040"/>
                  </a:lnTo>
                  <a:lnTo>
                    <a:pt x="0" y="904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9525"/>
              <a:ext cx="873384" cy="913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578575">
            <a:off x="2586133" y="6958639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0" y="0"/>
                </a:moveTo>
                <a:lnTo>
                  <a:pt x="5892065" y="0"/>
                </a:lnTo>
                <a:lnTo>
                  <a:pt x="5892065" y="1992589"/>
                </a:lnTo>
                <a:lnTo>
                  <a:pt x="0" y="1992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4578575">
            <a:off x="14313268" y="1687272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0"/>
                </a:moveTo>
                <a:lnTo>
                  <a:pt x="0" y="0"/>
                </a:lnTo>
                <a:lnTo>
                  <a:pt x="0" y="1992589"/>
                </a:lnTo>
                <a:lnTo>
                  <a:pt x="5892064" y="1992589"/>
                </a:lnTo>
                <a:lnTo>
                  <a:pt x="58920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07591" y="752855"/>
            <a:ext cx="7376283" cy="8781289"/>
          </a:xfrm>
          <a:custGeom>
            <a:avLst/>
            <a:gdLst/>
            <a:ahLst/>
            <a:cxnLst/>
            <a:rect r="r" b="b" t="t" l="l"/>
            <a:pathLst>
              <a:path h="8781289" w="7376283">
                <a:moveTo>
                  <a:pt x="0" y="0"/>
                </a:moveTo>
                <a:lnTo>
                  <a:pt x="7376283" y="0"/>
                </a:lnTo>
                <a:lnTo>
                  <a:pt x="7376283" y="8781290"/>
                </a:lnTo>
                <a:lnTo>
                  <a:pt x="0" y="8781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57250"/>
            <a:ext cx="7704435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SEQUENCE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055258"/>
            <a:ext cx="641288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i="true">
                <a:solidFill>
                  <a:srgbClr val="FF3131"/>
                </a:solidFill>
                <a:latin typeface="Anton Italics"/>
                <a:ea typeface="Anton Italics"/>
                <a:cs typeface="Anton Italics"/>
                <a:sym typeface="Anton Italics"/>
              </a:rPr>
              <a:t>DIAGRAM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28813" y="-2374314"/>
            <a:ext cx="18697898" cy="15701189"/>
            <a:chOff x="0" y="0"/>
            <a:chExt cx="1076584" cy="904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584" cy="904040"/>
            </a:xfrm>
            <a:custGeom>
              <a:avLst/>
              <a:gdLst/>
              <a:ahLst/>
              <a:cxnLst/>
              <a:rect r="r" b="b" t="t" l="l"/>
              <a:pathLst>
                <a:path h="904040" w="1076584">
                  <a:moveTo>
                    <a:pt x="203200" y="0"/>
                  </a:moveTo>
                  <a:lnTo>
                    <a:pt x="1076584" y="0"/>
                  </a:lnTo>
                  <a:lnTo>
                    <a:pt x="873384" y="904040"/>
                  </a:lnTo>
                  <a:lnTo>
                    <a:pt x="0" y="904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9525"/>
              <a:ext cx="873384" cy="913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578575">
            <a:off x="2093057" y="8031760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0" y="0"/>
                </a:moveTo>
                <a:lnTo>
                  <a:pt x="5892064" y="0"/>
                </a:lnTo>
                <a:lnTo>
                  <a:pt x="5892064" y="1992589"/>
                </a:lnTo>
                <a:lnTo>
                  <a:pt x="0" y="1992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4578575">
            <a:off x="15341968" y="1916213"/>
            <a:ext cx="5892065" cy="1992589"/>
          </a:xfrm>
          <a:custGeom>
            <a:avLst/>
            <a:gdLst/>
            <a:ahLst/>
            <a:cxnLst/>
            <a:rect r="r" b="b" t="t" l="l"/>
            <a:pathLst>
              <a:path h="1992589" w="5892065">
                <a:moveTo>
                  <a:pt x="5892064" y="0"/>
                </a:moveTo>
                <a:lnTo>
                  <a:pt x="0" y="0"/>
                </a:lnTo>
                <a:lnTo>
                  <a:pt x="0" y="1992590"/>
                </a:lnTo>
                <a:lnTo>
                  <a:pt x="5892064" y="1992590"/>
                </a:lnTo>
                <a:lnTo>
                  <a:pt x="58920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85132" y="1924507"/>
            <a:ext cx="10928535" cy="7103548"/>
          </a:xfrm>
          <a:custGeom>
            <a:avLst/>
            <a:gdLst/>
            <a:ahLst/>
            <a:cxnLst/>
            <a:rect r="r" b="b" t="t" l="l"/>
            <a:pathLst>
              <a:path h="7103548" w="10928535">
                <a:moveTo>
                  <a:pt x="0" y="0"/>
                </a:moveTo>
                <a:lnTo>
                  <a:pt x="10928535" y="0"/>
                </a:lnTo>
                <a:lnTo>
                  <a:pt x="10928535" y="7103547"/>
                </a:lnTo>
                <a:lnTo>
                  <a:pt x="0" y="7103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57250"/>
            <a:ext cx="7704435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OBJECT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055258"/>
            <a:ext cx="641288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i="true">
                <a:solidFill>
                  <a:srgbClr val="FF3131"/>
                </a:solidFill>
                <a:latin typeface="Anton Italics"/>
                <a:ea typeface="Anton Italics"/>
                <a:cs typeface="Anton Italics"/>
                <a:sym typeface="Anton Italics"/>
              </a:rPr>
              <a:t>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6404">
            <a:off x="7111112" y="-1223065"/>
            <a:ext cx="12890389" cy="13591656"/>
            <a:chOff x="0" y="0"/>
            <a:chExt cx="857395" cy="904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7395" cy="904040"/>
            </a:xfrm>
            <a:custGeom>
              <a:avLst/>
              <a:gdLst/>
              <a:ahLst/>
              <a:cxnLst/>
              <a:rect r="r" b="b" t="t" l="l"/>
              <a:pathLst>
                <a:path h="904040" w="857395">
                  <a:moveTo>
                    <a:pt x="203200" y="0"/>
                  </a:moveTo>
                  <a:lnTo>
                    <a:pt x="857395" y="0"/>
                  </a:lnTo>
                  <a:lnTo>
                    <a:pt x="654195" y="904040"/>
                  </a:lnTo>
                  <a:lnTo>
                    <a:pt x="0" y="904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9525"/>
              <a:ext cx="654195" cy="913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6887" y="479744"/>
            <a:ext cx="2637711" cy="118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9"/>
              </a:lnSpc>
            </a:pPr>
            <a:r>
              <a:rPr lang="en-US" sz="6892" i="true">
                <a:solidFill>
                  <a:srgbClr val="000000"/>
                </a:solidFill>
                <a:latin typeface="Anton Italics"/>
                <a:ea typeface="Anton Italics"/>
                <a:cs typeface="Anton Italics"/>
                <a:sym typeface="Anton Italics"/>
              </a:rPr>
              <a:t>ADD &amp;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9999" y="479744"/>
            <a:ext cx="7197629" cy="118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649"/>
              </a:lnSpc>
            </a:pPr>
            <a:r>
              <a:rPr lang="en-US" sz="6892" i="true">
                <a:solidFill>
                  <a:srgbClr val="FF3131"/>
                </a:solidFill>
                <a:latin typeface="Anton Italics"/>
                <a:ea typeface="Anton Italics"/>
                <a:cs typeface="Anton Italics"/>
                <a:sym typeface="Anton Italics"/>
              </a:rPr>
              <a:t>VIEW CUSTOMERS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9590528">
            <a:off x="16127171" y="4644612"/>
            <a:ext cx="3552382" cy="3552382"/>
          </a:xfrm>
          <a:custGeom>
            <a:avLst/>
            <a:gdLst/>
            <a:ahLst/>
            <a:cxnLst/>
            <a:rect r="r" b="b" t="t" l="l"/>
            <a:pathLst>
              <a:path h="3552382" w="3552382">
                <a:moveTo>
                  <a:pt x="0" y="0"/>
                </a:moveTo>
                <a:lnTo>
                  <a:pt x="3552381" y="0"/>
                </a:lnTo>
                <a:lnTo>
                  <a:pt x="3552381" y="3552382"/>
                </a:lnTo>
                <a:lnTo>
                  <a:pt x="0" y="3552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590528">
            <a:off x="14351038" y="8012617"/>
            <a:ext cx="3552382" cy="3552382"/>
          </a:xfrm>
          <a:custGeom>
            <a:avLst/>
            <a:gdLst/>
            <a:ahLst/>
            <a:cxnLst/>
            <a:rect r="r" b="b" t="t" l="l"/>
            <a:pathLst>
              <a:path h="3552382" w="3552382">
                <a:moveTo>
                  <a:pt x="0" y="0"/>
                </a:moveTo>
                <a:lnTo>
                  <a:pt x="3552382" y="0"/>
                </a:lnTo>
                <a:lnTo>
                  <a:pt x="3552382" y="3552382"/>
                </a:lnTo>
                <a:lnTo>
                  <a:pt x="0" y="3552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8344084">
            <a:off x="17112703" y="-487832"/>
            <a:ext cx="3840584" cy="3840584"/>
          </a:xfrm>
          <a:custGeom>
            <a:avLst/>
            <a:gdLst/>
            <a:ahLst/>
            <a:cxnLst/>
            <a:rect r="r" b="b" t="t" l="l"/>
            <a:pathLst>
              <a:path h="3840584" w="3840584">
                <a:moveTo>
                  <a:pt x="0" y="3840584"/>
                </a:moveTo>
                <a:lnTo>
                  <a:pt x="3840584" y="3840584"/>
                </a:lnTo>
                <a:lnTo>
                  <a:pt x="3840584" y="0"/>
                </a:lnTo>
                <a:lnTo>
                  <a:pt x="0" y="0"/>
                </a:lnTo>
                <a:lnTo>
                  <a:pt x="0" y="38405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8344084">
            <a:off x="16508513" y="2071394"/>
            <a:ext cx="3762387" cy="3762387"/>
          </a:xfrm>
          <a:custGeom>
            <a:avLst/>
            <a:gdLst/>
            <a:ahLst/>
            <a:cxnLst/>
            <a:rect r="r" b="b" t="t" l="l"/>
            <a:pathLst>
              <a:path h="3762387" w="3762387">
                <a:moveTo>
                  <a:pt x="0" y="3762386"/>
                </a:moveTo>
                <a:lnTo>
                  <a:pt x="3762387" y="3762386"/>
                </a:lnTo>
                <a:lnTo>
                  <a:pt x="3762387" y="0"/>
                </a:lnTo>
                <a:lnTo>
                  <a:pt x="0" y="0"/>
                </a:lnTo>
                <a:lnTo>
                  <a:pt x="0" y="376238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10191" y="2821968"/>
            <a:ext cx="7327437" cy="5545623"/>
          </a:xfrm>
          <a:custGeom>
            <a:avLst/>
            <a:gdLst/>
            <a:ahLst/>
            <a:cxnLst/>
            <a:rect r="r" b="b" t="t" l="l"/>
            <a:pathLst>
              <a:path h="5545623" w="7327437">
                <a:moveTo>
                  <a:pt x="0" y="0"/>
                </a:moveTo>
                <a:lnTo>
                  <a:pt x="7327437" y="0"/>
                </a:lnTo>
                <a:lnTo>
                  <a:pt x="7327437" y="5545622"/>
                </a:lnTo>
                <a:lnTo>
                  <a:pt x="0" y="554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0" t="0" r="-52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830258" y="2821968"/>
            <a:ext cx="7429042" cy="5545623"/>
          </a:xfrm>
          <a:custGeom>
            <a:avLst/>
            <a:gdLst/>
            <a:ahLst/>
            <a:cxnLst/>
            <a:rect r="r" b="b" t="t" l="l"/>
            <a:pathLst>
              <a:path h="5545623" w="7429042">
                <a:moveTo>
                  <a:pt x="0" y="0"/>
                </a:moveTo>
                <a:lnTo>
                  <a:pt x="7429042" y="0"/>
                </a:lnTo>
                <a:lnTo>
                  <a:pt x="7429042" y="5545622"/>
                </a:lnTo>
                <a:lnTo>
                  <a:pt x="0" y="5545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-8344084">
            <a:off x="7223708" y="-487832"/>
            <a:ext cx="3840584" cy="3840584"/>
          </a:xfrm>
          <a:custGeom>
            <a:avLst/>
            <a:gdLst/>
            <a:ahLst/>
            <a:cxnLst/>
            <a:rect r="r" b="b" t="t" l="l"/>
            <a:pathLst>
              <a:path h="3840584" w="3840584">
                <a:moveTo>
                  <a:pt x="0" y="3840584"/>
                </a:moveTo>
                <a:lnTo>
                  <a:pt x="3840584" y="3840584"/>
                </a:lnTo>
                <a:lnTo>
                  <a:pt x="3840584" y="0"/>
                </a:lnTo>
                <a:lnTo>
                  <a:pt x="0" y="0"/>
                </a:lnTo>
                <a:lnTo>
                  <a:pt x="0" y="38405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8344084">
            <a:off x="7223708" y="-1920292"/>
            <a:ext cx="3840584" cy="3840584"/>
          </a:xfrm>
          <a:custGeom>
            <a:avLst/>
            <a:gdLst/>
            <a:ahLst/>
            <a:cxnLst/>
            <a:rect r="r" b="b" t="t" l="l"/>
            <a:pathLst>
              <a:path h="3840584" w="3840584">
                <a:moveTo>
                  <a:pt x="0" y="3840584"/>
                </a:moveTo>
                <a:lnTo>
                  <a:pt x="3840584" y="3840584"/>
                </a:lnTo>
                <a:lnTo>
                  <a:pt x="3840584" y="0"/>
                </a:lnTo>
                <a:lnTo>
                  <a:pt x="0" y="0"/>
                </a:lnTo>
                <a:lnTo>
                  <a:pt x="0" y="38405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6404">
            <a:off x="7970449" y="-1216979"/>
            <a:ext cx="10947475" cy="13591656"/>
            <a:chOff x="0" y="0"/>
            <a:chExt cx="728164" cy="904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8164" cy="904040"/>
            </a:xfrm>
            <a:custGeom>
              <a:avLst/>
              <a:gdLst/>
              <a:ahLst/>
              <a:cxnLst/>
              <a:rect r="r" b="b" t="t" l="l"/>
              <a:pathLst>
                <a:path h="904040" w="728164">
                  <a:moveTo>
                    <a:pt x="203200" y="0"/>
                  </a:moveTo>
                  <a:lnTo>
                    <a:pt x="728164" y="0"/>
                  </a:lnTo>
                  <a:lnTo>
                    <a:pt x="524964" y="904040"/>
                  </a:lnTo>
                  <a:lnTo>
                    <a:pt x="0" y="904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9525"/>
              <a:ext cx="524964" cy="913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857250"/>
            <a:ext cx="5294836" cy="154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i="true">
                <a:solidFill>
                  <a:srgbClr val="000000"/>
                </a:solidFill>
                <a:latin typeface="Anton Italics"/>
                <a:ea typeface="Anton Italics"/>
                <a:cs typeface="Anton Italics"/>
                <a:sym typeface="Anton Italics"/>
              </a:rPr>
              <a:t>RENT A CAR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9590528">
            <a:off x="15584787" y="6899860"/>
            <a:ext cx="3552382" cy="3552382"/>
          </a:xfrm>
          <a:custGeom>
            <a:avLst/>
            <a:gdLst/>
            <a:ahLst/>
            <a:cxnLst/>
            <a:rect r="r" b="b" t="t" l="l"/>
            <a:pathLst>
              <a:path h="3552382" w="3552382">
                <a:moveTo>
                  <a:pt x="0" y="0"/>
                </a:moveTo>
                <a:lnTo>
                  <a:pt x="3552381" y="0"/>
                </a:lnTo>
                <a:lnTo>
                  <a:pt x="3552381" y="3552381"/>
                </a:lnTo>
                <a:lnTo>
                  <a:pt x="0" y="3552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590528">
            <a:off x="14351038" y="8012617"/>
            <a:ext cx="3552382" cy="3552382"/>
          </a:xfrm>
          <a:custGeom>
            <a:avLst/>
            <a:gdLst/>
            <a:ahLst/>
            <a:cxnLst/>
            <a:rect r="r" b="b" t="t" l="l"/>
            <a:pathLst>
              <a:path h="3552382" w="3552382">
                <a:moveTo>
                  <a:pt x="0" y="0"/>
                </a:moveTo>
                <a:lnTo>
                  <a:pt x="3552382" y="0"/>
                </a:lnTo>
                <a:lnTo>
                  <a:pt x="3552382" y="3552382"/>
                </a:lnTo>
                <a:lnTo>
                  <a:pt x="0" y="3552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44701" y="2825302"/>
            <a:ext cx="7406091" cy="5507093"/>
          </a:xfrm>
          <a:custGeom>
            <a:avLst/>
            <a:gdLst/>
            <a:ahLst/>
            <a:cxnLst/>
            <a:rect r="r" b="b" t="t" l="l"/>
            <a:pathLst>
              <a:path h="5507093" w="7406091">
                <a:moveTo>
                  <a:pt x="0" y="0"/>
                </a:moveTo>
                <a:lnTo>
                  <a:pt x="7406091" y="0"/>
                </a:lnTo>
                <a:lnTo>
                  <a:pt x="7406091" y="5507094"/>
                </a:lnTo>
                <a:lnTo>
                  <a:pt x="0" y="55070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4878" y="2871350"/>
            <a:ext cx="8453473" cy="5414997"/>
          </a:xfrm>
          <a:custGeom>
            <a:avLst/>
            <a:gdLst/>
            <a:ahLst/>
            <a:cxnLst/>
            <a:rect r="r" b="b" t="t" l="l"/>
            <a:pathLst>
              <a:path h="5414997" w="8453473">
                <a:moveTo>
                  <a:pt x="0" y="0"/>
                </a:moveTo>
                <a:lnTo>
                  <a:pt x="8453473" y="0"/>
                </a:lnTo>
                <a:lnTo>
                  <a:pt x="8453473" y="5414998"/>
                </a:lnTo>
                <a:lnTo>
                  <a:pt x="0" y="54149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8344084">
            <a:off x="7973330" y="-743941"/>
            <a:ext cx="3568415" cy="3568415"/>
          </a:xfrm>
          <a:custGeom>
            <a:avLst/>
            <a:gdLst/>
            <a:ahLst/>
            <a:cxnLst/>
            <a:rect r="r" b="b" t="t" l="l"/>
            <a:pathLst>
              <a:path h="3568415" w="3568415">
                <a:moveTo>
                  <a:pt x="0" y="3568415"/>
                </a:moveTo>
                <a:lnTo>
                  <a:pt x="3568415" y="3568415"/>
                </a:lnTo>
                <a:lnTo>
                  <a:pt x="3568415" y="0"/>
                </a:lnTo>
                <a:lnTo>
                  <a:pt x="0" y="0"/>
                </a:lnTo>
                <a:lnTo>
                  <a:pt x="0" y="356841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-8344084">
            <a:off x="7973330" y="-2158381"/>
            <a:ext cx="3568415" cy="3568415"/>
          </a:xfrm>
          <a:custGeom>
            <a:avLst/>
            <a:gdLst/>
            <a:ahLst/>
            <a:cxnLst/>
            <a:rect r="r" b="b" t="t" l="l"/>
            <a:pathLst>
              <a:path h="3568415" w="3568415">
                <a:moveTo>
                  <a:pt x="0" y="3568415"/>
                </a:moveTo>
                <a:lnTo>
                  <a:pt x="3568415" y="3568415"/>
                </a:lnTo>
                <a:lnTo>
                  <a:pt x="3568415" y="0"/>
                </a:lnTo>
                <a:lnTo>
                  <a:pt x="0" y="0"/>
                </a:lnTo>
                <a:lnTo>
                  <a:pt x="0" y="356841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6404">
            <a:off x="7327043" y="-1199531"/>
            <a:ext cx="11591354" cy="13591656"/>
            <a:chOff x="0" y="0"/>
            <a:chExt cx="770991" cy="904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0991" cy="904040"/>
            </a:xfrm>
            <a:custGeom>
              <a:avLst/>
              <a:gdLst/>
              <a:ahLst/>
              <a:cxnLst/>
              <a:rect r="r" b="b" t="t" l="l"/>
              <a:pathLst>
                <a:path h="904040" w="770991">
                  <a:moveTo>
                    <a:pt x="203200" y="0"/>
                  </a:moveTo>
                  <a:lnTo>
                    <a:pt x="770991" y="0"/>
                  </a:lnTo>
                  <a:lnTo>
                    <a:pt x="567791" y="904040"/>
                  </a:lnTo>
                  <a:lnTo>
                    <a:pt x="0" y="904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9525"/>
              <a:ext cx="567791" cy="913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74703" y="895350"/>
            <a:ext cx="3187304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 i="true">
                <a:solidFill>
                  <a:srgbClr val="000000"/>
                </a:solidFill>
                <a:latin typeface="Anton Italics"/>
                <a:ea typeface="Anton Italics"/>
                <a:cs typeface="Anton Italics"/>
                <a:sym typeface="Anton Italics"/>
              </a:rPr>
              <a:t>RENTALS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8355" y="895350"/>
            <a:ext cx="5883991" cy="1193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800"/>
              </a:lnSpc>
            </a:pPr>
            <a:r>
              <a:rPr lang="en-US" sz="7000" i="true">
                <a:solidFill>
                  <a:srgbClr val="FF3131"/>
                </a:solidFill>
                <a:latin typeface="Anton Italics"/>
                <a:ea typeface="Anton Italics"/>
                <a:cs typeface="Anton Italics"/>
                <a:sym typeface="Anton Italics"/>
              </a:rPr>
              <a:t>MANAGEMENT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9590528">
            <a:off x="15584787" y="6899860"/>
            <a:ext cx="3552382" cy="3552382"/>
          </a:xfrm>
          <a:custGeom>
            <a:avLst/>
            <a:gdLst/>
            <a:ahLst/>
            <a:cxnLst/>
            <a:rect r="r" b="b" t="t" l="l"/>
            <a:pathLst>
              <a:path h="3552382" w="3552382">
                <a:moveTo>
                  <a:pt x="0" y="0"/>
                </a:moveTo>
                <a:lnTo>
                  <a:pt x="3552381" y="0"/>
                </a:lnTo>
                <a:lnTo>
                  <a:pt x="3552381" y="3552381"/>
                </a:lnTo>
                <a:lnTo>
                  <a:pt x="0" y="3552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590528">
            <a:off x="14351038" y="8012617"/>
            <a:ext cx="3552382" cy="3552382"/>
          </a:xfrm>
          <a:custGeom>
            <a:avLst/>
            <a:gdLst/>
            <a:ahLst/>
            <a:cxnLst/>
            <a:rect r="r" b="b" t="t" l="l"/>
            <a:pathLst>
              <a:path h="3552382" w="3552382">
                <a:moveTo>
                  <a:pt x="0" y="0"/>
                </a:moveTo>
                <a:lnTo>
                  <a:pt x="3552382" y="0"/>
                </a:lnTo>
                <a:lnTo>
                  <a:pt x="3552382" y="3552382"/>
                </a:lnTo>
                <a:lnTo>
                  <a:pt x="0" y="3552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8344084">
            <a:off x="7364888" y="-773055"/>
            <a:ext cx="3558225" cy="3558225"/>
          </a:xfrm>
          <a:custGeom>
            <a:avLst/>
            <a:gdLst/>
            <a:ahLst/>
            <a:cxnLst/>
            <a:rect r="r" b="b" t="t" l="l"/>
            <a:pathLst>
              <a:path h="3558225" w="3558225">
                <a:moveTo>
                  <a:pt x="0" y="3558224"/>
                </a:moveTo>
                <a:lnTo>
                  <a:pt x="3558224" y="3558224"/>
                </a:lnTo>
                <a:lnTo>
                  <a:pt x="3558224" y="0"/>
                </a:lnTo>
                <a:lnTo>
                  <a:pt x="0" y="0"/>
                </a:lnTo>
                <a:lnTo>
                  <a:pt x="0" y="3558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8344084">
            <a:off x="7081962" y="-2271286"/>
            <a:ext cx="3558225" cy="3558225"/>
          </a:xfrm>
          <a:custGeom>
            <a:avLst/>
            <a:gdLst/>
            <a:ahLst/>
            <a:cxnLst/>
            <a:rect r="r" b="b" t="t" l="l"/>
            <a:pathLst>
              <a:path h="3558225" w="3558225">
                <a:moveTo>
                  <a:pt x="0" y="3558224"/>
                </a:moveTo>
                <a:lnTo>
                  <a:pt x="3558224" y="3558224"/>
                </a:lnTo>
                <a:lnTo>
                  <a:pt x="3558224" y="0"/>
                </a:lnTo>
                <a:lnTo>
                  <a:pt x="0" y="0"/>
                </a:lnTo>
                <a:lnTo>
                  <a:pt x="0" y="3558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85516" y="2656835"/>
            <a:ext cx="7950154" cy="5934622"/>
          </a:xfrm>
          <a:custGeom>
            <a:avLst/>
            <a:gdLst/>
            <a:ahLst/>
            <a:cxnLst/>
            <a:rect r="r" b="b" t="t" l="l"/>
            <a:pathLst>
              <a:path h="5934622" w="7950154">
                <a:moveTo>
                  <a:pt x="0" y="0"/>
                </a:moveTo>
                <a:lnTo>
                  <a:pt x="7950154" y="0"/>
                </a:lnTo>
                <a:lnTo>
                  <a:pt x="7950154" y="5934623"/>
                </a:lnTo>
                <a:lnTo>
                  <a:pt x="0" y="59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621389" y="2652716"/>
            <a:ext cx="8164370" cy="5887162"/>
          </a:xfrm>
          <a:custGeom>
            <a:avLst/>
            <a:gdLst/>
            <a:ahLst/>
            <a:cxnLst/>
            <a:rect r="r" b="b" t="t" l="l"/>
            <a:pathLst>
              <a:path h="5887162" w="8164370">
                <a:moveTo>
                  <a:pt x="0" y="0"/>
                </a:moveTo>
                <a:lnTo>
                  <a:pt x="8164370" y="0"/>
                </a:lnTo>
                <a:lnTo>
                  <a:pt x="8164370" y="5887162"/>
                </a:lnTo>
                <a:lnTo>
                  <a:pt x="0" y="58871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6404">
            <a:off x="7459040" y="-1203111"/>
            <a:ext cx="11459260" cy="13591656"/>
            <a:chOff x="0" y="0"/>
            <a:chExt cx="762205" cy="904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205" cy="904040"/>
            </a:xfrm>
            <a:custGeom>
              <a:avLst/>
              <a:gdLst/>
              <a:ahLst/>
              <a:cxnLst/>
              <a:rect r="r" b="b" t="t" l="l"/>
              <a:pathLst>
                <a:path h="904040" w="762205">
                  <a:moveTo>
                    <a:pt x="203200" y="0"/>
                  </a:moveTo>
                  <a:lnTo>
                    <a:pt x="762205" y="0"/>
                  </a:lnTo>
                  <a:lnTo>
                    <a:pt x="559005" y="904040"/>
                  </a:lnTo>
                  <a:lnTo>
                    <a:pt x="0" y="9040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9525"/>
              <a:ext cx="559005" cy="9135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39369" y="876300"/>
            <a:ext cx="2670604" cy="129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i="true">
                <a:solidFill>
                  <a:srgbClr val="000000"/>
                </a:solidFill>
                <a:latin typeface="Anton Italics"/>
                <a:ea typeface="Anton Italics"/>
                <a:cs typeface="Anton Italics"/>
                <a:sym typeface="Anton Italics"/>
              </a:rPr>
              <a:t>CARS &amp;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39699" y="876300"/>
            <a:ext cx="5383633" cy="129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00"/>
              </a:lnSpc>
            </a:pPr>
            <a:r>
              <a:rPr lang="en-US" sz="7500" i="true">
                <a:solidFill>
                  <a:srgbClr val="FF3131"/>
                </a:solidFill>
                <a:latin typeface="Anton Italics"/>
                <a:ea typeface="Anton Italics"/>
                <a:cs typeface="Anton Italics"/>
                <a:sym typeface="Anton Italics"/>
              </a:rPr>
              <a:t>CUSTOMERS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9590528">
            <a:off x="15584787" y="6899860"/>
            <a:ext cx="3552382" cy="3552382"/>
          </a:xfrm>
          <a:custGeom>
            <a:avLst/>
            <a:gdLst/>
            <a:ahLst/>
            <a:cxnLst/>
            <a:rect r="r" b="b" t="t" l="l"/>
            <a:pathLst>
              <a:path h="3552382" w="3552382">
                <a:moveTo>
                  <a:pt x="0" y="0"/>
                </a:moveTo>
                <a:lnTo>
                  <a:pt x="3552381" y="0"/>
                </a:lnTo>
                <a:lnTo>
                  <a:pt x="3552381" y="3552381"/>
                </a:lnTo>
                <a:lnTo>
                  <a:pt x="0" y="3552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590528">
            <a:off x="14351038" y="8012617"/>
            <a:ext cx="3552382" cy="3552382"/>
          </a:xfrm>
          <a:custGeom>
            <a:avLst/>
            <a:gdLst/>
            <a:ahLst/>
            <a:cxnLst/>
            <a:rect r="r" b="b" t="t" l="l"/>
            <a:pathLst>
              <a:path h="3552382" w="3552382">
                <a:moveTo>
                  <a:pt x="0" y="0"/>
                </a:moveTo>
                <a:lnTo>
                  <a:pt x="3552382" y="0"/>
                </a:lnTo>
                <a:lnTo>
                  <a:pt x="3552382" y="3552382"/>
                </a:lnTo>
                <a:lnTo>
                  <a:pt x="0" y="3552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8344084">
            <a:off x="7426864" y="-1187092"/>
            <a:ext cx="3840584" cy="3840584"/>
          </a:xfrm>
          <a:custGeom>
            <a:avLst/>
            <a:gdLst/>
            <a:ahLst/>
            <a:cxnLst/>
            <a:rect r="r" b="b" t="t" l="l"/>
            <a:pathLst>
              <a:path h="3840584" w="3840584">
                <a:moveTo>
                  <a:pt x="0" y="3840584"/>
                </a:moveTo>
                <a:lnTo>
                  <a:pt x="3840584" y="3840584"/>
                </a:lnTo>
                <a:lnTo>
                  <a:pt x="3840584" y="0"/>
                </a:lnTo>
                <a:lnTo>
                  <a:pt x="0" y="0"/>
                </a:lnTo>
                <a:lnTo>
                  <a:pt x="0" y="38405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8344084">
            <a:off x="7223708" y="-1831535"/>
            <a:ext cx="3840584" cy="3840584"/>
          </a:xfrm>
          <a:custGeom>
            <a:avLst/>
            <a:gdLst/>
            <a:ahLst/>
            <a:cxnLst/>
            <a:rect r="r" b="b" t="t" l="l"/>
            <a:pathLst>
              <a:path h="3840584" w="3840584">
                <a:moveTo>
                  <a:pt x="0" y="3840584"/>
                </a:moveTo>
                <a:lnTo>
                  <a:pt x="3840584" y="3840584"/>
                </a:lnTo>
                <a:lnTo>
                  <a:pt x="3840584" y="0"/>
                </a:lnTo>
                <a:lnTo>
                  <a:pt x="0" y="0"/>
                </a:lnTo>
                <a:lnTo>
                  <a:pt x="0" y="38405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63450" y="2797618"/>
            <a:ext cx="8168594" cy="5878433"/>
          </a:xfrm>
          <a:custGeom>
            <a:avLst/>
            <a:gdLst/>
            <a:ahLst/>
            <a:cxnLst/>
            <a:rect r="r" b="b" t="t" l="l"/>
            <a:pathLst>
              <a:path h="5878433" w="8168594">
                <a:moveTo>
                  <a:pt x="0" y="0"/>
                </a:moveTo>
                <a:lnTo>
                  <a:pt x="8168594" y="0"/>
                </a:lnTo>
                <a:lnTo>
                  <a:pt x="8168594" y="5878433"/>
                </a:lnTo>
                <a:lnTo>
                  <a:pt x="0" y="5878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6212" y="2786712"/>
            <a:ext cx="8184295" cy="5889339"/>
          </a:xfrm>
          <a:custGeom>
            <a:avLst/>
            <a:gdLst/>
            <a:ahLst/>
            <a:cxnLst/>
            <a:rect r="r" b="b" t="t" l="l"/>
            <a:pathLst>
              <a:path h="5889339" w="8184295">
                <a:moveTo>
                  <a:pt x="0" y="0"/>
                </a:moveTo>
                <a:lnTo>
                  <a:pt x="8184295" y="0"/>
                </a:lnTo>
                <a:lnTo>
                  <a:pt x="8184295" y="5889339"/>
                </a:lnTo>
                <a:lnTo>
                  <a:pt x="0" y="58893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3550" y="4561166"/>
            <a:ext cx="12506912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12999" i="true">
                <a:solidFill>
                  <a:srgbClr val="FF3131"/>
                </a:solidFill>
                <a:latin typeface="Anton Italics"/>
                <a:ea typeface="Anton Italics"/>
                <a:cs typeface="Anton Italics"/>
                <a:sym typeface="Anton Italics"/>
              </a:rPr>
              <a:t>&amp; POSSIBLE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93291" y="0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7"/>
                </a:lnTo>
                <a:lnTo>
                  <a:pt x="0" y="45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07400" y="214569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7"/>
                </a:lnTo>
                <a:lnTo>
                  <a:pt x="0" y="45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300462" y="5686887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7"/>
                </a:lnTo>
                <a:lnTo>
                  <a:pt x="0" y="45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246307" y="5842125"/>
            <a:ext cx="4594247" cy="4594247"/>
          </a:xfrm>
          <a:custGeom>
            <a:avLst/>
            <a:gdLst/>
            <a:ahLst/>
            <a:cxnLst/>
            <a:rect r="r" b="b" t="t" l="l"/>
            <a:pathLst>
              <a:path h="4594247" w="4594247">
                <a:moveTo>
                  <a:pt x="0" y="0"/>
                </a:moveTo>
                <a:lnTo>
                  <a:pt x="4594247" y="0"/>
                </a:lnTo>
                <a:lnTo>
                  <a:pt x="4594247" y="4594247"/>
                </a:lnTo>
                <a:lnTo>
                  <a:pt x="0" y="45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17716" y="4561166"/>
            <a:ext cx="15476993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9"/>
              </a:lnSpc>
            </a:pPr>
            <a:r>
              <a:rPr lang="en-US" sz="12999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IMPROVEMENTS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62166" y="1590867"/>
            <a:ext cx="8340416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12999" i="true">
                <a:solidFill>
                  <a:srgbClr val="FF3131"/>
                </a:solidFill>
                <a:latin typeface="Anton Italics"/>
                <a:ea typeface="Anton Italics"/>
                <a:cs typeface="Anton Italics"/>
                <a:sym typeface="Anton Italics"/>
              </a:rPr>
              <a:t>FINAL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58012" y="1590867"/>
            <a:ext cx="9669120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199"/>
              </a:lnSpc>
            </a:pPr>
            <a:r>
              <a:rPr lang="en-US" sz="12999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THOUGHTS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DAGYxKqrn-I</dc:identifier>
  <dcterms:modified xsi:type="dcterms:W3CDTF">2011-08-01T06:04:30Z</dcterms:modified>
  <cp:revision>1</cp:revision>
  <dc:title>Use Case</dc:title>
</cp:coreProperties>
</file>